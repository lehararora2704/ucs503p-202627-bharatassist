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98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97280"/>
            <a:ext cx="4663440" cy="466344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8920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02139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4090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4180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4671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4297680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594626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077249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632967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292058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077753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004658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7753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2058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2967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7249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94626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1283818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374671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84180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764090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902139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988920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1862" y="3151022"/>
            <a:ext cx="555955" cy="5559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676656"/>
            <a:ext cx="5029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786384"/>
            <a:ext cx="502920" cy="109728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•  PROJECT PROGRESS PRESENTATION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2606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Government Services for Every Citizen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privacy-aware, RAG-grounded platform that helps citizens discover, understand,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navigate Indian government services with confidence.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</a:t>
            </a:r>
            <a:r>
              <a:rPr lang="en-US" sz="1200" b="1" dirty="0" err="1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Mr.Hardik</a:t>
            </a:r>
            <a:r>
              <a:rPr lang="en-US" sz="1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Team BharatAssist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 •   Lehar Arora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citizens struggle with government services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map_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44144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rules, documents, and steps for schemes like PAN, ration card, or PM-KISAN are spread across dozens of disconnected government portals.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2240280"/>
            <a:ext cx="1005840" cy="10058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441448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 Process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applicants waste hours decoding dense notices and legal language just to figure out which documents and steps actually apply to them.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49740" y="2240280"/>
            <a:ext cx="1005840" cy="10058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user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908" y="244144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Concerns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personal documents with generic AI tools risks exposing sensitive identifiers such as Aadhaar, PAN, or phone numbers.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is built to close this gap — a single, trustworthy, privacy-first entry point.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BharatAssist is designed to deliver, in functional and non-functional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74520"/>
            <a:ext cx="594360" cy="59436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025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government services by category and state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eligibility, required documents, and application steps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verified official source links for every service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uploaded government documents in plain language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redact common PII before any AI processing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RAG-grounded AI answers with a confidence indicator</a:t>
            </a:r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874520"/>
            <a:ext cx="594360" cy="59436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shield_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0025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response time must be measured and reported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redacted before it reaches any external AI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must be usable by first-time, non-technical users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data maintainable independently of application logic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unexpected inputs handled gracefully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covered by automated tests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change validated through CI/CD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pipeline from citizen query to grounded, verified answer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18304" y="132588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0B1F51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18304" y="1325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189280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18304" y="2148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993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148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 (Bootstrap · HTML/CSS/JS)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904" y="271576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46704" y="29718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13880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29718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(Routing · Confidence Threshold Logic)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63140" y="3538728"/>
            <a:ext cx="7040880" cy="914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314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8358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0402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seeded government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 + Gemini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8096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redaction (Aadhaar/PAN/phone)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verified answer with source citations and a grounding confidence signal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and working in the current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2082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Search &amp;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20 government services by category and state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85623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file_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020824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Simplifier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dense notices into plain-language explanations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85623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020824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024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AI Assistant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21624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answers grounded in verified sources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32511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icons/user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489704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Aadhaar, PAN, phone &amp; email before any LLM call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32511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489704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9552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Seeded Services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passport, ration card, PM-KISAN, Ayushman Bharat &amp; more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21624" y="432511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4489704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36024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21624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says "I don’t know" instead of guessing when unsure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9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of testing, backed by continuous integration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0764" y="1737360"/>
            <a:ext cx="822960" cy="82296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v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calculations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helper functions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83864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4548" y="1737360"/>
            <a:ext cx="822960" cy="82296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39896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search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request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submission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327648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8332" y="1737360"/>
            <a:ext cx="822960" cy="82296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4808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83680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retrieval + database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source metadata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+ redaction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171432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72116" y="1737360"/>
            <a:ext cx="822960" cy="822960"/>
          </a:xfrm>
          <a:prstGeom prst="ellipse">
            <a:avLst/>
          </a:prstGeom>
          <a:solidFill>
            <a:srgbClr val="7A1F1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3" descr="/home/claude/icons/shield_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996" y="1920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27464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filenames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uploads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XSS-safe rendering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API keys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5705856"/>
            <a:ext cx="530352" cy="530352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4" descr="/home/claude/icons/sync_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81558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6235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Integration: GitHub Actions runs lint + full test suite automatically on every push.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Progress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success, and where the project stands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char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293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&amp; median Information Retrieval Time (IRT)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Helpful-response rate (user feedback)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/ redaction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vs. traditional govt-site search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810512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293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Week 1 Deliverables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55080" y="24505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2350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 defined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29077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6" name="Text 12"/>
          <p:cNvSpPr/>
          <p:nvPr/>
        </p:nvSpPr>
        <p:spPr>
          <a:xfrm>
            <a:off x="6720840" y="2807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government services seeded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55080" y="33649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PII redaction working end-to-end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55080" y="38221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3721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grounding verified on seeded queries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4178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tuned on real query data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55080" y="47365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4636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evaluation dashboard built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55080" y="51937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5093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(Render)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55080" y="5742432"/>
            <a:ext cx="146304" cy="146304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8" name="Text 24"/>
          <p:cNvSpPr/>
          <p:nvPr/>
        </p:nvSpPr>
        <p:spPr>
          <a:xfrm>
            <a:off x="6565392" y="5650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863840" y="57424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6"/>
          <p:cNvSpPr/>
          <p:nvPr/>
        </p:nvSpPr>
        <p:spPr>
          <a:xfrm>
            <a:off x="8074152" y="5650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137160"/>
            <a:ext cx="1828800" cy="1828800"/>
          </a:xfrm>
          <a:prstGeom prst="ellipse">
            <a:avLst/>
          </a:prstGeom>
          <a:ln w="19050">
            <a:solidFill>
              <a:srgbClr val="3A4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2591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4072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9360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24140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5217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8372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139903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60709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95781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783588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49898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565857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53719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5857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9898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3588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781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0709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1031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468372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5217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24140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79360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714072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67249" y="940369"/>
            <a:ext cx="222382" cy="222382"/>
          </a:xfrm>
          <a:prstGeom prst="ellipse">
            <a:avLst/>
          </a:prstGeom>
          <a:solidFill>
            <a:srgbClr val="3A4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remaining project timeline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 handling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1248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chatbot ask a clarifying question back ("Is this for a new passport or a renewal?") instead of guessing, when the situation is ambiguous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3410712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11880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LLM Routing</a:t>
            </a:r>
          </a:p>
        </p:txBody>
      </p:sp>
      <p:sp>
        <p:nvSpPr>
          <p:cNvPr id="39" name="Text 37"/>
          <p:cNvSpPr/>
          <p:nvPr/>
        </p:nvSpPr>
        <p:spPr>
          <a:xfrm>
            <a:off x="3611880" y="2495349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free text to a process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181344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42" name="Text 40"/>
          <p:cNvSpPr/>
          <p:nvPr/>
        </p:nvSpPr>
        <p:spPr>
          <a:xfrm>
            <a:off x="6382512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2512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Multilingual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382512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assistant and simplifier prompts to respond in the citizen’s own language.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951976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53144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47" name="Text 45"/>
          <p:cNvSpPr/>
          <p:nvPr/>
        </p:nvSpPr>
        <p:spPr>
          <a:xfrm>
            <a:off x="9153144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53144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Document Checklists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153144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RAG index to auto-generate a personalized required-document checklist.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40080" y="4389120"/>
            <a:ext cx="10881360" cy="914"/>
          </a:xfrm>
          <a:prstGeom prst="line">
            <a:avLst/>
          </a:prstGeom>
          <a:noFill/>
          <a:ln w="12700">
            <a:solidFill>
              <a:srgbClr val="2E3F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2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36592"/>
            <a:ext cx="310896" cy="310896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3258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BharatAssist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325880" y="4937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•  </a:t>
            </a:r>
            <a:r>
              <a:rPr lang="en-US" sz="115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Lehar Arora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40080" y="5440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745</Words>
  <Application>Microsoft Office PowerPoint</Application>
  <PresentationFormat>Widescreen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Lehar Arora</cp:lastModifiedBy>
  <cp:revision>3</cp:revision>
  <dcterms:created xsi:type="dcterms:W3CDTF">2026-08-22T16:59:53Z</dcterms:created>
  <dcterms:modified xsi:type="dcterms:W3CDTF">2026-09-01T13:33:24Z</dcterms:modified>
</cp:coreProperties>
</file>