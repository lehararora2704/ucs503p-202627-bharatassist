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solidFill>
              <a:srgbClr val="F8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92440" y="146304"/>
            <a:ext cx="4099255" cy="6711696"/>
          </a:xfrm>
          <a:prstGeom prst="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32520" y="1005840"/>
            <a:ext cx="1234440" cy="1234440"/>
          </a:xfrm>
          <a:prstGeom prst="ellipse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1828800"/>
            <a:ext cx="731520" cy="731520"/>
          </a:xfrm>
          <a:prstGeom prst="ellipse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3108960"/>
            <a:ext cx="1920240" cy="1920240"/>
          </a:xfrm>
          <a:prstGeom prst="ellipse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52760" y="4251960"/>
            <a:ext cx="822960" cy="822960"/>
          </a:xfrm>
          <a:prstGeom prst="ellipse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960120"/>
            <a:ext cx="6858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42744"/>
                </a:solidFill>
                <a:latin typeface="Aptos"/>
              </a:rPr>
              <a:t>BharatAssist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6858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242F3B"/>
                </a:solidFill>
                <a:latin typeface="Aptos"/>
              </a:rPr>
              <a:t>Week 3 Progress</a:t>
            </a:r>
            <a:br/>
            <a:r>
              <a:t>&amp; Week 4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4612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7E7D"/>
                </a:solidFill>
                <a:latin typeface="Aptos"/>
              </a:rPr>
              <a:t>AI-Powered Civic &amp; Public Services Navigator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977639"/>
            <a:ext cx="6126480" cy="960120"/>
          </a:xfrm>
          <a:prstGeom prst="roundRect">
            <a:avLst/>
          </a:prstGeom>
          <a:solidFill>
            <a:srgbClr val="FAEDDA"/>
          </a:solidFill>
          <a:ln>
            <a:solidFill>
              <a:srgbClr val="FA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5623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42F3B"/>
                </a:solidFill>
                <a:latin typeface="Aptos"/>
              </a:rPr>
              <a:t>Week 3: Authentication • Testing • Voice • Multilingual AI</a:t>
            </a:r>
            <a:br/>
            <a:r>
              <a:t>Week 4: Login refinement • AI Document Simplifier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978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6977"/>
                </a:solidFill>
                <a:latin typeface="Aptos"/>
              </a:rPr>
              <a:t>UCS503P  •  2026–27 ODD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Week 3 — Development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The project moved from prototype-level interaction toward a secure, testable and multilingual citizen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82296" cy="1828800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9377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01  Mobile-first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Shifted from Google OAuth evaluation to Indian mobile-number authentication.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Login + password with OTP fallback; signup with 6-digit OTP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82296" cy="1828800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49377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02  Reliability &amp;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7627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Built a comprehensive automated endpoint suite.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33/33 tests passing across pages, APIs, AI, voice, auth and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82296" cy="1828800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49377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03  Conversational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Improved post-login navigation and fresh assistant greeting.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Added saved chat history with guest/session separation.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82296" cy="1828800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822191"/>
            <a:ext cx="493775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04  Privacy &amp; kiosk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7939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Citizen credentials remain local; PII is redacted before AI calls.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Refresh on shared terminals triggers automatic logout.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Mobile-First Citizen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Designed around the way citizens are more likely to access civic services in India.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297680"/>
          </a:xfrm>
          <a:prstGeom prst="round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892F"/>
                </a:solidFill>
                <a:latin typeface="Aptos"/>
              </a:rPr>
              <a:t>SIGN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Full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697480"/>
            <a:ext cx="44348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735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Mobile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639312"/>
            <a:ext cx="44348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251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6-digit OTP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617720"/>
            <a:ext cx="4434840" cy="438912"/>
          </a:xfrm>
          <a:prstGeom prst="roundRect">
            <a:avLst/>
          </a:prstGeom>
          <a:solidFill>
            <a:srgbClr val="FAEDDA"/>
          </a:solidFill>
          <a:ln>
            <a:solidFill>
              <a:srgbClr val="FA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257800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7E7D"/>
                </a:solidFill>
                <a:latin typeface="Aptos"/>
              </a:rPr>
              <a:t>Account created → Secure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08760"/>
            <a:ext cx="5074920" cy="1874519"/>
          </a:xfrm>
          <a:prstGeom prst="roundRect">
            <a:avLst/>
          </a:prstGeom>
          <a:solidFill>
            <a:srgbClr val="E5EFF7"/>
          </a:solidFill>
          <a:ln>
            <a:solidFill>
              <a:srgbClr val="E5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82296" cy="1874519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673351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30552"/>
            <a:ext cx="46634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Mobile number + password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OTP fallback for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Successful login returns to homepage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5074920" cy="1874519"/>
          </a:xfrm>
          <a:prstGeom prst="roundRect">
            <a:avLst/>
          </a:prstGeom>
          <a:solidFill>
            <a:srgbClr val="E2F2EF"/>
          </a:solidFill>
          <a:ln>
            <a:solidFill>
              <a:srgbClr val="E2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82296" cy="1874519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3822191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Privacy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79392"/>
            <a:ext cx="466344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Phone, password and OTP stay in local SQLite/session storage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Sensitive identifiers are never sent to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33/33 Automated Tests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Week 3 strengthened verification across the complete application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834640" cy="4343400"/>
          </a:xfrm>
          <a:prstGeom prst="round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2892F"/>
                </a:solidFill>
                <a:latin typeface="Aptos"/>
              </a:rP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1568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100% PASS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CE6EE"/>
                </a:solidFill>
                <a:latin typeface="Aptos"/>
              </a:rPr>
              <a:t>Repeated test runs were also made safer by handling test database cleanup and phone-number collisions.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50876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6200" y="1508760"/>
            <a:ext cx="82296" cy="1874519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673351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Application &amp;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30552"/>
            <a:ext cx="32461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7 frontend pages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Service listing / search / lookup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Health and validation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0876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508760"/>
            <a:ext cx="82296" cy="1874519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673351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AI &amp; Document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30552"/>
            <a:ext cx="32461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Grounded assistant responses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Hindi/Punjabi queries + context clear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Simplifier + PII redaction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65760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6200" y="3657600"/>
            <a:ext cx="82296" cy="1874519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0" y="3822191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Voice &amp;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79392"/>
            <a:ext cx="32461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Speech-to-Text / Text-to-Speech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OTP registration &amp;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Password login + logout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65760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3657600"/>
            <a:ext cx="82296" cy="1874519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3822191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Data &amp; 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79392"/>
            <a:ext cx="32461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Chat history persistence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Guest privacy isolation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Citizen security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Better Sessions, Navigation &amp; Kiosk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Week 3 focused not only on features, but also on how the application behaves in real citizen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331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892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923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Citizen signs in</a:t>
            </a:r>
            <a:br/>
            <a:r>
              <a:t>with mobile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6517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7E7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331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892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871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9923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Redirects to the</a:t>
            </a:r>
            <a:br/>
            <a:r>
              <a:t>homepage after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6517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7E7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331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892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871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ASSIST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9923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Fresh greeting +</a:t>
            </a:r>
            <a:br/>
            <a:r>
              <a:t>clean chat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65176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7E7D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331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892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48716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99923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Past conversations</a:t>
            </a:r>
            <a:br/>
            <a:r>
              <a:t>available on demand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434840"/>
            <a:ext cx="9784080" cy="1234440"/>
          </a:xfrm>
          <a:prstGeom prst="roundRect">
            <a:avLst/>
          </a:prstGeom>
          <a:solidFill>
            <a:srgbClr val="FAEDDA"/>
          </a:solidFill>
          <a:ln>
            <a:solidFill>
              <a:srgbClr val="FA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88720" y="4434840"/>
            <a:ext cx="82296" cy="1234440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4599431"/>
            <a:ext cx="9372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Kiosk Security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056631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A browser refresh on shared/public terminals invalidates the active session and returns the user to a clean guest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Multilingual + Voice-Enabled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The assistant now supports a broader and more accessible interaction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1920240"/>
          </a:xfrm>
          <a:prstGeom prst="roundRect">
            <a:avLst/>
          </a:prstGeom>
          <a:solidFill>
            <a:srgbClr val="E5EFF7"/>
          </a:solidFill>
          <a:ln>
            <a:solidFill>
              <a:srgbClr val="E5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82296" cy="1920240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4892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12 Indian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English, Hindi, Punjabi, Bengali, Marathi, Tamil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Telugu, Gujarati, Kannada, Malayalam, Odia, Urdu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03520" cy="1920240"/>
          </a:xfrm>
          <a:prstGeom prst="roundRect">
            <a:avLst/>
          </a:prstGeom>
          <a:solidFill>
            <a:srgbClr val="E2F2EF"/>
          </a:solidFill>
          <a:ln>
            <a:solidFill>
              <a:srgbClr val="E2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82296" cy="1920240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73351"/>
            <a:ext cx="4892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Voice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30552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Speech-to-Text for spoken citizen queries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Text-to-Speech / Gemini TTS for spoken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881360" cy="1508760"/>
          </a:xfrm>
          <a:prstGeom prst="round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2892F"/>
                </a:solidFill>
                <a:latin typeface="Aptos"/>
              </a:rPr>
              <a:t>SPEAK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133087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8795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TRANSCRIBE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133087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8795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27E7D"/>
                </a:solidFill>
                <a:latin typeface="Aptos"/>
              </a:rPr>
              <a:t>RAG +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33087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187952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33087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187952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2892F"/>
                </a:solidFill>
                <a:latin typeface="Aptos"/>
              </a:rPr>
              <a:t>LISTEN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C6977"/>
                </a:solidFill>
                <a:latin typeface="Aptos"/>
              </a:rPr>
              <a:t>Designed to make civic guidance easier for users who prefer regional languages or spoken interaction.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Week 4 — Two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Move from feature completion toward stability and the next major AI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343400"/>
          </a:xfrm>
          <a:prstGeom prst="roundRect">
            <a:avLst/>
          </a:prstGeom>
          <a:solidFill>
            <a:srgbClr val="142744"/>
          </a:solidFill>
          <a:ln>
            <a:solidFill>
              <a:srgbClr val="14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892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29768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Login Page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4434840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Aptos"/>
              </a:rPr>
              <a:t>• Identify and fix remaining login / OTP bugs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Test edge cases and invalid inputs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Verify registration, login, logout and redirects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Improve UI consistency and error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7E7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Restart AI</a:t>
            </a:r>
            <a:br/>
            <a:r>
              <a:t>Document Simplifier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4434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42F3B"/>
                </a:solidFill>
                <a:latin typeface="Aptos"/>
              </a:rPr>
              <a:t>• Reconnect the existing simplifier UI to backend AI flow</a:t>
            </a:r>
            <a:br/>
            <a:r>
              <a:t>• Support pasted text and uploaded documents</a:t>
            </a:r>
            <a:br/>
            <a:r>
              <a:t>• Process PDF / DOCX / TXT inputs</a:t>
            </a:r>
            <a:br/>
            <a:r>
              <a:t>• Improve simplified output quality and readability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744"/>
                </a:solidFill>
                <a:latin typeface="Aptos"/>
              </a:rPr>
              <a:t>Week 4 — Execution Plan &amp;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A focused sprint to stabilize authentication while bringing the Document Simplifier back into active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3611880"/>
          </a:xfrm>
          <a:prstGeom prst="rect">
            <a:avLst/>
          </a:prstGeom>
          <a:solidFill>
            <a:srgbClr val="E2892F"/>
          </a:solidFill>
          <a:ln>
            <a:solidFill>
              <a:srgbClr val="E2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Phase 1  |  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6323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Reproduce login bugs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Fix OTP / session edge cases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Run regression tests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Verify guest vs logged-in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82296" cy="3611880"/>
          </a:xfrm>
          <a:prstGeom prst="rect">
            <a:avLst/>
          </a:prstGeom>
          <a:solidFill>
            <a:srgbClr val="227E7D"/>
          </a:solidFill>
          <a:ln>
            <a:solidFill>
              <a:srgbClr val="227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Phase 2  |  Simplify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06323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Finalize backend API flow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Connect upload + text inputs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Add AI-based simplification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Handle invalid / large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82296" cy="3611880"/>
          </a:xfrm>
          <a:prstGeom prst="rect">
            <a:avLst/>
          </a:prstGeom>
          <a:solidFill>
            <a:srgbClr val="275C87"/>
          </a:solidFill>
          <a:ln>
            <a:solidFill>
              <a:srgbClr val="27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63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744"/>
                </a:solidFill>
                <a:latin typeface="Aptos"/>
              </a:rPr>
              <a:t>Phase 3  | 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06323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Test PDF / DOCX / TXT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Check output readability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Verify PII redaction</a:t>
            </a:r>
          </a:p>
          <a:p>
            <a:pPr>
              <a:spcAft>
                <a:spcPts val="500"/>
              </a:spcAft>
              <a:defRPr sz="1200">
                <a:solidFill>
                  <a:srgbClr val="242F3B"/>
                </a:solidFill>
                <a:latin typeface="Aptos"/>
              </a:defRPr>
            </a:pPr>
            <a:r>
              <a:t>• Prepare a working demo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349240"/>
            <a:ext cx="10058400" cy="731520"/>
          </a:xfrm>
          <a:prstGeom prst="roundRect">
            <a:avLst/>
          </a:prstGeom>
          <a:solidFill>
            <a:srgbClr val="FAEDDA"/>
          </a:solidFill>
          <a:ln>
            <a:solidFill>
              <a:srgbClr val="FA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55955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WEEK 4 GOAL  →  Stable authentication + a functional, testable AI Document Simplifier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6977"/>
                </a:solidFill>
                <a:latin typeface="Aptos"/>
              </a:rPr>
              <a:t>BHARATASSIST  •  UCS503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37376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97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771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Lehar Arora</cp:lastModifiedBy>
  <cp:revision>2</cp:revision>
  <dcterms:created xsi:type="dcterms:W3CDTF">2013-01-27T09:14:16Z</dcterms:created>
  <dcterms:modified xsi:type="dcterms:W3CDTF">2026-09-11T08:27:13Z</dcterms:modified>
  <cp:category/>
</cp:coreProperties>
</file>